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x3XSWKpID6c3OQpZpcLOp4T5c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913063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cbcd101240_0_10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cbcd101240_0_10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bcd101240_0_20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cbcd101240_0_20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bcd101240_0_29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cbcd101240_0_29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Sidon Autocorrelation Constant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9224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Improving the Lower Bound via GPU Optimization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Andrei Piterbarg, Jai Bajaj, and Derrick Vincent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cbcd101240_0_10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Intuition: What is Autocorrelation?</a:t>
            </a:r>
            <a:endParaRPr/>
          </a:p>
        </p:txBody>
      </p:sp>
      <p:sp>
        <p:nvSpPr>
          <p:cNvPr id="24" name="Google Shape;24;g3cbcd101240_0_10"/>
          <p:cNvSpPr/>
          <p:nvPr/>
        </p:nvSpPr>
        <p:spPr>
          <a:xfrm>
            <a:off x="457200" y="86868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How much does a signal “echo” itself when shifted?</a:t>
            </a:r>
            <a:endParaRPr/>
          </a:p>
        </p:txBody>
      </p:sp>
      <p:sp>
        <p:nvSpPr>
          <p:cNvPr id="25" name="Google Shape;25;g3cbcd101240_0_10"/>
          <p:cNvSpPr/>
          <p:nvPr/>
        </p:nvSpPr>
        <p:spPr>
          <a:xfrm>
            <a:off x="457200" y="1371600"/>
            <a:ext cx="3886200" cy="320040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137150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Sand Pile Analogy</a:t>
            </a:r>
            <a:endParaRPr/>
          </a:p>
          <a:p>
            <a:pPr indent="0" lvl="0" marL="0" rtl="0"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Put 1 bucket of sand on the line segment [0,1]. The sand height is f(x), with f(x) ≥ 0 and ∫_0^1 f(x) dx = 1.</a:t>
            </a:r>
            <a:endParaRPr sz="12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Now pick two grains independently and add their positions. The sums land in [0,2]. The density of these sums is f*f.</a:t>
            </a:r>
            <a:endParaRPr sz="12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40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(f*f)(t) tells you how “crowded” the sum t is: big means many pairs add to t. The peak ‖f*f‖∞ is the worst crowding. The paper proves you can’t avoid a spike: no matter how you place the sand, ‖f*f‖∞ must be at least some constant.</a:t>
            </a:r>
            <a:endParaRPr sz="12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cbcd101240_0_10"/>
          <p:cNvSpPr/>
          <p:nvPr/>
        </p:nvSpPr>
        <p:spPr>
          <a:xfrm>
            <a:off x="4572000" y="1371600"/>
            <a:ext cx="4114800" cy="14622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In Simple Terms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Autocorrelation here is: how much pairwise addition “collides.” High peak means many pairs land at the same sum. Low peak means the sums are more evenly spread.</a:t>
            </a:r>
            <a:endParaRPr sz="13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cbcd101240_0_10"/>
          <p:cNvSpPr/>
          <p:nvPr/>
        </p:nvSpPr>
        <p:spPr>
          <a:xfrm>
            <a:off x="4572000" y="2926080"/>
            <a:ext cx="4114800" cy="1645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Where This Shows Up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Radar and sonar need low-autocorrelation signals so echoes don’t interfere. Wireless communications, barcode design, and cryptography all depend on controlling autocorrelation.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cbcd101240_0_20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Sidon Constant: The Unavoidable Echo</a:t>
            </a:r>
            <a:endParaRPr/>
          </a:p>
        </p:txBody>
      </p:sp>
      <p:sp>
        <p:nvSpPr>
          <p:cNvPr id="33" name="Google Shape;33;g3cbcd101240_0_20"/>
          <p:cNvSpPr/>
          <p:nvPr/>
        </p:nvSpPr>
        <p:spPr>
          <a:xfrm>
            <a:off x="457200" y="1300800"/>
            <a:ext cx="8229600" cy="896100"/>
          </a:xfrm>
          <a:prstGeom prst="roundRect">
            <a:avLst>
              <a:gd fmla="val 8000" name="adj"/>
            </a:avLst>
          </a:prstGeom>
          <a:solidFill>
            <a:srgbClr val="0891B2"/>
          </a:solidFill>
          <a:ln>
            <a:noFill/>
          </a:ln>
        </p:spPr>
        <p:txBody>
          <a:bodyPr anchorCtr="0" anchor="ctr" bIns="68575" lIns="182875" spcFirstLastPara="1" rIns="1828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Core Question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matter how cleverly you design a signal, there is always some minimum echo you cannot avoid. The Sidon constant tells us: how small can that unavoidable echo be?</a:t>
            </a:r>
            <a:endParaRPr/>
          </a:p>
        </p:txBody>
      </p:sp>
      <p:sp>
        <p:nvSpPr>
          <p:cNvPr id="34" name="Google Shape;34;g3cbcd101240_0_20"/>
          <p:cNvSpPr/>
          <p:nvPr/>
        </p:nvSpPr>
        <p:spPr>
          <a:xfrm>
            <a:off x="457200" y="2296325"/>
            <a:ext cx="4000500" cy="2463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Think of It Like This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Imagine you are in a room with walls. No matter how softly you speak, some echo always bounces back.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 Sidon constant is like finding the quietest possible room: what is the smallest echo you must hear, no matter what?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Mathematicians have tried to pin down this value for decades, and we still only know it lies in a range.</a:t>
            </a:r>
            <a:endParaRPr/>
          </a:p>
        </p:txBody>
      </p:sp>
      <p:sp>
        <p:nvSpPr>
          <p:cNvPr id="35" name="Google Shape;35;g3cbcd101240_0_20"/>
          <p:cNvSpPr/>
          <p:nvPr/>
        </p:nvSpPr>
        <p:spPr>
          <a:xfrm>
            <a:off x="4686300" y="2296600"/>
            <a:ext cx="4000500" cy="246390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Know So Far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u="none" cap="none" strike="noStrike">
                <a:solidFill>
                  <a:srgbClr val="4DD0E1"/>
                </a:solidFill>
                <a:latin typeface="Calibri"/>
                <a:ea typeface="Calibri"/>
                <a:cs typeface="Calibri"/>
                <a:sym typeface="Calibri"/>
              </a:rPr>
              <a:t>1.2802  ≤  C₁ₐ  ≤  1.5029</a:t>
            </a:r>
            <a:endParaRPr sz="400"/>
          </a:p>
          <a:p>
            <a:pPr indent="0" lvl="0" marL="0" marR="0" rtl="0"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Upper bound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(1.5029): 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Someone found a function with peak autocorrelation at most 1.5029. Constructive, but record-chasing is still hard.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Lower bound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(1.2802): 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Every function has peak autocorrelation at least 1.2802. Harder, because you must rule out all possibilities.</a:t>
            </a:r>
            <a:endParaRPr/>
          </a:p>
        </p:txBody>
      </p:sp>
      <p:pic>
        <p:nvPicPr>
          <p:cNvPr id="36" name="Google Shape;36;g3cbcd101240_0_20" title="Screenshot 2026-03-03 at 10.58.3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062" y="823025"/>
            <a:ext cx="3913875" cy="4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cbcd101240_0_29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Are We Studying This?</a:t>
            </a:r>
            <a:endParaRPr/>
          </a:p>
        </p:txBody>
      </p:sp>
      <p:sp>
        <p:nvSpPr>
          <p:cNvPr id="42" name="Google Shape;42;g3cbcd101240_0_29"/>
          <p:cNvSpPr/>
          <p:nvPr/>
        </p:nvSpPr>
        <p:spPr>
          <a:xfrm>
            <a:off x="457200" y="1005840"/>
            <a:ext cx="2651700" cy="347460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91425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4DD0E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Previous ML Labs Tried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NVIDIA, Google, Together AI and many more 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research groups 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improved 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upper bound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us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ing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ML models to find good candidate functions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3" name="Google Shape;43;g3cbcd101240_0_29"/>
          <p:cNvSpPr/>
          <p:nvPr/>
        </p:nvSpPr>
        <p:spPr>
          <a:xfrm>
            <a:off x="3246120" y="1005840"/>
            <a:ext cx="2651700" cy="3474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Can We Do Better?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 wanted to see if a rigorous computational approach using GPU optimization could outperform what ML models achieved</a:t>
            </a:r>
            <a:endParaRPr/>
          </a:p>
        </p:txBody>
      </p:sp>
      <p:sp>
        <p:nvSpPr>
          <p:cNvPr id="44" name="Google Shape;44;g3cbcd101240_0_29"/>
          <p:cNvSpPr/>
          <p:nvPr/>
        </p:nvSpPr>
        <p:spPr>
          <a:xfrm>
            <a:off x="6035040" y="1005840"/>
            <a:ext cx="2651700" cy="3474600"/>
          </a:xfrm>
          <a:prstGeom prst="roundRect">
            <a:avLst>
              <a:gd fmla="val 5000" name="adj"/>
            </a:avLst>
          </a:prstGeom>
          <a:solidFill>
            <a:srgbClr val="0891B2"/>
          </a:solidFill>
          <a:ln>
            <a:noFill/>
          </a:ln>
        </p:spPr>
        <p:txBody>
          <a:bodyPr anchorCtr="0" anchor="t" bIns="91425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Cool Open Problem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0F7FA"/>
                </a:solidFill>
                <a:latin typeface="Calibri"/>
                <a:ea typeface="Calibri"/>
                <a:cs typeface="Calibri"/>
                <a:sym typeface="Calibri"/>
              </a:rPr>
              <a:t>The exact value of the Sidon constant remains unknown. The gap between upper and lower bounds has been open for years. Any improvement is a real contribution to mathematics — and the lower bound hadn’t budged since 2017.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Pivot: Attacking the Lower Bound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Previous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0080" y="16916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Upper bound optimization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Reached 1.5055 at P=1500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Still behind SOTA (1.5029)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Focus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846320" y="16916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Lower bound improvement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beat 1.2802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Much more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room for improvement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2743200"/>
            <a:ext cx="8229600" cy="2241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40080" y="2695555"/>
            <a:ext cx="7863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Lower Bounds Matter More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" y="2868910"/>
            <a:ext cx="7863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Upper bounds: </a:t>
            </a:r>
            <a:r>
              <a:rPr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constructive, one explicit example gives a bound, but finding the best example is hard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Lower bounds: prove NO function can do better (fundamentally harder)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Requires exhaustive proof via branch-and-prune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05130" y="3785805"/>
            <a:ext cx="7863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Upper Bound attempts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" y="4183385"/>
            <a:ext cx="7863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L-BFGS / Basin Hopping — Standard smooth optimizers. Got ~1.57.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Polyak Subgradient — Project subgradient onto simplex. ~1.515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Cloninger-Steinerberger Algorithm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Branch-and-prune with discretized test values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57200" y="1371600"/>
            <a:ext cx="38862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1. Discretize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0080" y="182880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Partition [−1/4, 1/4] into d=2n bins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Track mass on grid Bₙ,ₘ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800600" y="1371600"/>
            <a:ext cx="38862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800600" y="1371600"/>
            <a:ext cx="73152" cy="11887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83480" y="15087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2. Lower Bound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83480" y="182880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For each grid point, compute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test value across all windows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2834640"/>
            <a:ext cx="38862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57200" y="2834640"/>
            <a:ext cx="73152" cy="1188720"/>
          </a:xfrm>
          <a:prstGeom prst="rect">
            <a:avLst/>
          </a:prstGeom>
          <a:solidFill>
            <a:srgbClr val="67E8F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40080" y="2971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3. Prune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80" y="32918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If test value ≥ target threshold,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rule out this 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800600" y="2834640"/>
            <a:ext cx="38862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800600" y="2834640"/>
            <a:ext cx="73152" cy="1188720"/>
          </a:xfrm>
          <a:prstGeom prst="rect">
            <a:avLst/>
          </a:prstGeom>
          <a:solidFill>
            <a:srgbClr val="67E8F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83480" y="2971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4. Exhaust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83480" y="32918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If ALL grid points pruned,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lower bound is rigorously proven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CS2017: n=24 (48 bins), m=50 → C₁ₐ ≥ 1.2802 using ~20,000 CPU hours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Our Approach: GPU Kernel Optimization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Novel Pruning Bounds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40080" y="169164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Contiguous block sums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(catch interior concentrations)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Two-max enhanced bound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(cross-term dominance)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Edge pair cross-terms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(c₀ · c_{d-1} products)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Each bound is proven mathematically, then implemented for pruning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CUDA Implementation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846320" y="169164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Fused GPU kernel</a:t>
            </a: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 - no global memory </a:t>
            </a: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everything on GPU</a:t>
            </a:r>
            <a:endParaRPr b="0" i="0" sz="1300" u="none" cap="none" strike="noStrike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1666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Early exit at multiple scales - We check partial convolution sums as   we go. Most compositions are killed before the full convolution is ever finished.</a:t>
            </a:r>
            <a:endParaRPr sz="13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Two-stage freeze kernel -  At deep refinement levels, 90%+ of configurations can be ruled out by a cheap perturbation bound alone. We separate these "frozen" cases from the rest, avoiding warp divergence and getting a 10–100x speedup.</a:t>
            </a:r>
            <a:endParaRPr sz="13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Breakthrough Result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371600" y="1280160"/>
            <a:ext cx="6400800" cy="14630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554480" y="1554480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C₁ₐ  ≥  1.3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554480" y="219456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hours on A100 GPU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3017520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Significance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40080" y="352044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First significant improvement since 2017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Gap narrowed by ~25%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(0.22 → 0.20)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Validates GPU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663440" y="3017520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Validation Status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846320" y="352044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Code believed to be rigorous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⚠ Formal verification in progress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Next: independent code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Roadmap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Current Achievement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Novel pruning bounds derived and proven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CUDA kernels optimized for A100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Achieved C₁ₐ ≥ 1.3 in 6-hour A100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First lower bound improvement since 2017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26517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Immediate Next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306324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Formal code verification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Independent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Push to n ≥ 26-27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Target C₁ₐ ≥ 1.31+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663440" y="26517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Success Criteria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663440" y="306324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Formal validation complete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Rigorous mathematical proof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  • (not heuristic)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Reproducible methodology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Community verification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2026-02-21T04:25:26Z</dcterms:created>
  <dc:creator>Sidon Autocorrelation Project</dc:creator>
</cp:coreProperties>
</file>